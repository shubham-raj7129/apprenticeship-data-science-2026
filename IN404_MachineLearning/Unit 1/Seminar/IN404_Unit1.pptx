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8"/>
  </p:notesMasterIdLst>
  <p:sldIdLst>
    <p:sldId id="288" r:id="rId2"/>
    <p:sldId id="262" r:id="rId3"/>
    <p:sldId id="285" r:id="rId4"/>
    <p:sldId id="265" r:id="rId5"/>
    <p:sldId id="266" r:id="rId6"/>
    <p:sldId id="287" r:id="rId7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01"/>
    <p:restoredTop sz="96245"/>
  </p:normalViewPr>
  <p:slideViewPr>
    <p:cSldViewPr snapToGrid="0" snapToObjects="1">
      <p:cViewPr varScale="1">
        <p:scale>
          <a:sx n="125" d="100"/>
          <a:sy n="125" d="100"/>
        </p:scale>
        <p:origin x="3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664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IN404_Unit1_1.py option 2 against a device on your network, take the MAC it returns, and look up its OUI. Turning an abstract hex string into “oh, that's a Cisco switch” is exactly the kind of fingerprinting a reconnaissance tool performs.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A813-F580-79D8-8451-0E692C4A5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B3738-43CD-ED1E-7C68-91B3E5821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89C38-EE04-0A2F-7875-5E108AE6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EB110-29B9-2976-E291-A361572DB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7ED57-9F2B-EE18-334B-300848A33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54348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0998C-AA70-7B72-DD6C-995F68B38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35D68-4F11-A3A8-0377-75818A351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47E88-3973-321B-18A8-989BB182C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0F23B-00F0-0C6F-4397-49B2CAECA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10489-C9D0-3819-B4D9-3F3DF3607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73683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D7D78-80A2-34F6-BC73-6147A4ED9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FB073-FF1C-F6CD-944D-775039E50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6A1E0-0648-6BA1-5DAE-E3E32C5AC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38842-5B48-F23D-DBA1-28A5F6A15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AEE60-92C8-B502-295D-3633E8259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01325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1640-83D4-0F9D-63EF-8B457083F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F2696-AB47-F268-1DDA-F63AC8CD8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4C764-DE95-03E4-45A3-C4558C2CB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95C77-EF67-8DFF-C5D1-3C45D5752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8FBCE-CEEE-9C29-8AD4-70FC2B4A1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23479-9F70-9F9B-E9A4-124BF2BF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0260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09F07-539D-05C3-CAED-AAA82AAFA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51A64-7A88-CA0F-CFA9-5B4A2CB7F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0DB4C-A07B-2E1B-CEFA-658A71933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21A548-AF01-5FC1-A167-B0923B646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A69CB-7FDE-D3D0-5A98-8BB759C0C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1BEA-EC99-B383-D8B3-35E0D92A4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50EE55-5C1E-C3E6-ABC7-887B3EBE7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06DA7E-40A6-BF7D-279F-6C176A31E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45820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E1EEF-1D3A-4DA8-B890-9B18EDD37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2A3903-BE78-C4A1-795B-AA2003264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453846-C55E-9062-AAFE-5EEB5F83D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6E2C76-1236-D47A-EF68-67818B37B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72133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A19FBF-7541-5A1D-0B71-2EFBE84D8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DE58FC-DB4D-F3E0-52D2-07E44BF64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822CC-4B6C-AED9-5E81-A5044CB27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81531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F8B79-7D51-B5E9-0ADF-9D511082D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8F85D-F166-C43D-B3E8-0032BF6A8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CF5AB-5894-890E-2D1C-39A7FE065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D3B2C-330C-2CCA-DDE0-1342A0A29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5231C-4914-AE6A-852E-A18034B09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581B8-392B-9BF9-7C1E-50E84D97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3988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5EBBF-4708-20FC-7D14-DBC27E725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1952B3-4886-938C-E688-67B9167AE9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0B750-F721-8D14-C987-B94E89871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EF12C-E16D-D15F-6E9C-B24DEC3AC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118A0-984A-3370-01E7-B5878E3AA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D9A39-91B4-BDE9-1CBB-4DD7A67FF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55057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DE279-74A9-911B-F620-7964C3BC7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7D7BBF-2687-F467-85C8-2D8F445E4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82A86-02C2-0DE5-03E5-F0E9DB5A1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62EA1-58D5-D4F1-AA20-280FF1C4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16C12-D63E-48F8-9677-8442F5B1D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3544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911B5D-A21D-C88D-0909-CA589E4AF6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F2A30-6BC5-A569-C872-C773C958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CF3A9-B396-1A71-5CB1-A28F4AE56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DEBC2-3D07-7E37-9DDB-DDEC620A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77CB4-70AA-01FD-862C-290F63B10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4541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33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2614FA-ABB2-0ACB-868C-6343D6859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D6047-F6AB-6783-E9EF-5706CFECF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8E5B6-B953-8D96-C67D-767EFEE252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8B607-3657-346D-C80E-14F1BE2D3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06994-B4D8-0EF4-D0F4-B9D4EF473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52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3F3B1-E786-87D7-AB41-FA8A0DE7E3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IN404 Unit 1</a:t>
            </a:r>
            <a:br>
              <a:rPr lang="en-US" sz="4800" dirty="0"/>
            </a:br>
            <a:r>
              <a:rPr lang="en-US" sz="4800" dirty="0"/>
              <a:t>Cyber Warfare &amp; Automated Bots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C9FB32-F805-4DFE-2393-BCA7825400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Sonali Sen Baidya</a:t>
            </a:r>
          </a:p>
        </p:txBody>
      </p:sp>
    </p:spTree>
    <p:extLst>
      <p:ext uri="{BB962C8B-B14F-4D97-AF65-F5344CB8AC3E}">
        <p14:creationId xmlns:p14="http://schemas.microsoft.com/office/powerpoint/2010/main" val="3253742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The Cookie Exchange, Step by Step</a:t>
            </a:r>
            <a:endParaRPr lang="en-US" sz="2300" dirty="0"/>
          </a:p>
        </p:txBody>
      </p:sp>
      <p:pic>
        <p:nvPicPr>
          <p:cNvPr id="3" name="Image 0" descr="/home/claude/diagrams/cookie_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157" y="1142414"/>
            <a:ext cx="9032015" cy="45731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4C187C-45D8-D75A-1075-F20CFCA34B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9699" y="1934352"/>
            <a:ext cx="9504257" cy="2274233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AB81E9C-F423-74EA-26AF-9644864629D2}"/>
              </a:ext>
            </a:extLst>
          </p:cNvPr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What PIPE does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952903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3880" y="381896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Anatomy of a Real MAC Address</a:t>
            </a:r>
            <a:endParaRPr lang="en-US" sz="2300" dirty="0"/>
          </a:p>
        </p:txBody>
      </p:sp>
      <p:pic>
        <p:nvPicPr>
          <p:cNvPr id="3" name="Image 0" descr="/home/claude/diagrams/mac_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398" y="1835015"/>
            <a:ext cx="9692640" cy="27249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ARP Spoofing</a:t>
            </a:r>
            <a:endParaRPr lang="en-US" sz="2300" dirty="0"/>
          </a:p>
        </p:txBody>
      </p:sp>
      <p:pic>
        <p:nvPicPr>
          <p:cNvPr id="3" name="Image 0" descr="/home/claude/diagrams/arp_spoof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54" y="960120"/>
            <a:ext cx="9440242" cy="41202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020056"/>
            <a:ext cx="11064240" cy="1335024"/>
          </a:xfrm>
          <a:prstGeom prst="roundRect">
            <a:avLst>
              <a:gd name="adj" fmla="val 6849"/>
            </a:avLst>
          </a:prstGeom>
          <a:solidFill>
            <a:srgbClr val="1417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77240" y="518464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5477256"/>
            <a:ext cx="1060704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sends unsolicited, forged ARP replies to both sides: it tells the Victim “I am the gateway” and tells the Gateway “I am the Victim.” Every packet the Victim sends now routes through the Attacker before reaching the real Gateway — the same IP↔MAC lookup performs legitimately.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E3563F-4382-6AE5-B339-9A2568EB3B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75905" y="1218196"/>
            <a:ext cx="8010907" cy="38552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8A3668-EC70-8096-6953-A2160C1168F8}"/>
              </a:ext>
            </a:extLst>
          </p:cNvPr>
          <p:cNvSpPr txBox="1"/>
          <p:nvPr/>
        </p:nvSpPr>
        <p:spPr>
          <a:xfrm>
            <a:off x="1079752" y="723872"/>
            <a:ext cx="6098458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 dirty="0">
                <a:solidFill>
                  <a:srgbClr val="14171F"/>
                </a:solidFill>
                <a:latin typeface="Georgia" pitchFamily="34" charset="0"/>
              </a:rPr>
              <a:t>Packets Are Nested Envelopes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210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4355</TotalTime>
  <Words>158</Words>
  <Application>Microsoft Macintosh PowerPoint</Application>
  <PresentationFormat>Widescreen</PresentationFormat>
  <Paragraphs>13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Georgia</vt:lpstr>
      <vt:lpstr>Office Theme</vt:lpstr>
      <vt:lpstr>IN404 Unit 1 Cyber Warfare &amp; Automated Bots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Sonali Sen Baidya</cp:lastModifiedBy>
  <cp:revision>6</cp:revision>
  <dcterms:created xsi:type="dcterms:W3CDTF">2026-08-23T04:34:11Z</dcterms:created>
  <dcterms:modified xsi:type="dcterms:W3CDTF">2026-08-28T18:31:47Z</dcterms:modified>
</cp:coreProperties>
</file>