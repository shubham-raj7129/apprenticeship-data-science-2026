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4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5087C-178D-41FA-9D96-53B32041F7CC}" v="21" dt="2026-06-01T04:27:14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Jin Ni" userId="f39136b5-1a88-44f4-a6c9-3c47fcb2f30e" providerId="ADAL" clId="{4195AFC3-D4E7-4988-88A0-2BD403A730CB}"/>
    <pc:docChg chg="undo custSel addSld delSld modSld addMainMaster">
      <pc:chgData name="Tyler Jin Ni" userId="f39136b5-1a88-44f4-a6c9-3c47fcb2f30e" providerId="ADAL" clId="{4195AFC3-D4E7-4988-88A0-2BD403A730CB}" dt="2026-06-01T04:29:58.838" v="602" actId="5793"/>
      <pc:docMkLst>
        <pc:docMk/>
      </pc:docMkLst>
      <pc:sldChg chg="addSp delSp modSp mod modMedia setBg delAnim delDesignElem chgLayout">
        <pc:chgData name="Tyler Jin Ni" userId="f39136b5-1a88-44f4-a6c9-3c47fcb2f30e" providerId="ADAL" clId="{4195AFC3-D4E7-4988-88A0-2BD403A730CB}" dt="2026-06-01T04:29:58.838" v="602" actId="5793"/>
        <pc:sldMkLst>
          <pc:docMk/>
          <pc:sldMk cId="3341419754" sldId="256"/>
        </pc:sldMkLst>
        <pc:spChg chg="mod ord">
          <ac:chgData name="Tyler Jin Ni" userId="f39136b5-1a88-44f4-a6c9-3c47fcb2f30e" providerId="ADAL" clId="{4195AFC3-D4E7-4988-88A0-2BD403A730CB}" dt="2026-06-01T04:29:58.838" v="602" actId="5793"/>
          <ac:spMkLst>
            <pc:docMk/>
            <pc:sldMk cId="3341419754" sldId="256"/>
            <ac:spMk id="2" creationId="{E71DEB0E-2641-69EF-10B4-2E9E501326B5}"/>
          </ac:spMkLst>
        </pc:spChg>
        <pc:spChg chg="mod ord">
          <ac:chgData name="Tyler Jin Ni" userId="f39136b5-1a88-44f4-a6c9-3c47fcb2f30e" providerId="ADAL" clId="{4195AFC3-D4E7-4988-88A0-2BD403A730CB}" dt="2026-06-01T04:29:40.079" v="580" actId="20577"/>
          <ac:spMkLst>
            <pc:docMk/>
            <pc:sldMk cId="3341419754" sldId="256"/>
            <ac:spMk id="3" creationId="{C148BEE5-5AF2-6D6B-357E-99B54D495E9B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6" creationId="{577D6B2E-37A3-429E-A37C-F30ED6487282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7" creationId="{5CEAD642-85CF-4750-8432-7C80C901F001}"/>
          </ac:spMkLst>
        </pc:spChg>
        <pc:spChg chg="add del">
          <ac:chgData name="Tyler Jin Ni" userId="f39136b5-1a88-44f4-a6c9-3c47fcb2f30e" providerId="ADAL" clId="{4195AFC3-D4E7-4988-88A0-2BD403A730CB}" dt="2026-06-01T04:02:43.459" v="160" actId="26606"/>
          <ac:spMkLst>
            <pc:docMk/>
            <pc:sldMk cId="3341419754" sldId="256"/>
            <ac:spMk id="8" creationId="{4522B21E-B2B9-4C72-9A71-C87EFD137480}"/>
          </ac:spMkLst>
        </pc:spChg>
        <pc:spChg chg="add del">
          <ac:chgData name="Tyler Jin Ni" userId="f39136b5-1a88-44f4-a6c9-3c47fcb2f30e" providerId="ADAL" clId="{4195AFC3-D4E7-4988-88A0-2BD403A730CB}" dt="2026-06-01T04:02:48.401" v="164" actId="26606"/>
          <ac:spMkLst>
            <pc:docMk/>
            <pc:sldMk cId="3341419754" sldId="256"/>
            <ac:spMk id="9" creationId="{6F828D28-8E09-41CC-8229-3070B5467A96}"/>
          </ac:spMkLst>
        </pc:spChg>
        <pc:spChg chg="add del">
          <ac:chgData name="Tyler Jin Ni" userId="f39136b5-1a88-44f4-a6c9-3c47fcb2f30e" providerId="ADAL" clId="{4195AFC3-D4E7-4988-88A0-2BD403A730CB}" dt="2026-06-01T04:02:43.459" v="160" actId="26606"/>
          <ac:spMkLst>
            <pc:docMk/>
            <pc:sldMk cId="3341419754" sldId="256"/>
            <ac:spMk id="10" creationId="{5EB7D2A2-F448-44D4-938C-DC84CBCB3B1E}"/>
          </ac:spMkLst>
        </pc:spChg>
        <pc:spChg chg="add del">
          <ac:chgData name="Tyler Jin Ni" userId="f39136b5-1a88-44f4-a6c9-3c47fcb2f30e" providerId="ADAL" clId="{4195AFC3-D4E7-4988-88A0-2BD403A730CB}" dt="2026-06-01T04:02:48.401" v="164" actId="26606"/>
          <ac:spMkLst>
            <pc:docMk/>
            <pc:sldMk cId="3341419754" sldId="256"/>
            <ac:spMk id="11" creationId="{D5B012D8-7F27-4758-9AC6-C889B154BD73}"/>
          </ac:spMkLst>
        </pc:spChg>
        <pc:spChg chg="add del">
          <ac:chgData name="Tyler Jin Ni" userId="f39136b5-1a88-44f4-a6c9-3c47fcb2f30e" providerId="ADAL" clId="{4195AFC3-D4E7-4988-88A0-2BD403A730CB}" dt="2026-06-01T04:02:43.459" v="160" actId="26606"/>
          <ac:spMkLst>
            <pc:docMk/>
            <pc:sldMk cId="3341419754" sldId="256"/>
            <ac:spMk id="12" creationId="{871AEA07-1E14-44B4-8E55-64EF049CD66F}"/>
          </ac:spMkLst>
        </pc:spChg>
        <pc:spChg chg="add del">
          <ac:chgData name="Tyler Jin Ni" userId="f39136b5-1a88-44f4-a6c9-3c47fcb2f30e" providerId="ADAL" clId="{4195AFC3-D4E7-4988-88A0-2BD403A730CB}" dt="2026-06-01T04:02:48.401" v="164" actId="26606"/>
          <ac:spMkLst>
            <pc:docMk/>
            <pc:sldMk cId="3341419754" sldId="256"/>
            <ac:spMk id="13" creationId="{4063B759-00FC-46D1-9898-8E8625268FAF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15" creationId="{577D6B2E-37A3-429E-A37C-F30ED6487282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16" creationId="{1064D5D5-227B-4F66-9AEA-46F570E793BD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17" creationId="{5CEAD642-85CF-4750-8432-7C80C901F001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18" creationId="{646B67A4-D328-4747-A82B-65E84FA46368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19" creationId="{FA33EEAE-15D5-4119-8C1E-89D943F911EF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20" creationId="{B5A1B09C-1565-46F8-B70F-621C5EB48A09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21" creationId="{730D8B3B-9B80-4025-B934-26DC7D7CD231}"/>
          </ac:spMkLst>
        </pc:spChg>
        <pc:spChg chg="add del">
          <ac:chgData name="Tyler Jin Ni" userId="f39136b5-1a88-44f4-a6c9-3c47fcb2f30e" providerId="ADAL" clId="{4195AFC3-D4E7-4988-88A0-2BD403A730CB}" dt="2026-06-01T04:02:52.259" v="167"/>
          <ac:spMkLst>
            <pc:docMk/>
            <pc:sldMk cId="3341419754" sldId="256"/>
            <ac:spMk id="22" creationId="{8C516CC8-80AC-446C-A56E-9F54B7210402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3" creationId="{FA33EEAE-15D5-4119-8C1E-89D943F911EF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4" creationId="{730D8B3B-9B80-4025-B934-26DC7D7CD231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5" creationId="{1064D5D5-227B-4F66-9AEA-46F570E793BD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6" creationId="{646B67A4-D328-4747-A82B-65E84FA4636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7" creationId="{B5A1B09C-1565-46F8-B70F-621C5EB48A0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341419754" sldId="256"/>
            <ac:spMk id="28" creationId="{8C516CC8-80AC-446C-A56E-9F54B7210402}"/>
          </ac:spMkLst>
        </pc:spChg>
        <pc:picChg chg="add del mod">
          <ac:chgData name="Tyler Jin Ni" userId="f39136b5-1a88-44f4-a6c9-3c47fcb2f30e" providerId="ADAL" clId="{4195AFC3-D4E7-4988-88A0-2BD403A730CB}" dt="2026-06-01T04:02:48.401" v="164" actId="26606"/>
          <ac:picMkLst>
            <pc:docMk/>
            <pc:sldMk cId="3341419754" sldId="256"/>
            <ac:picMk id="5" creationId="{D704C2CF-210E-14C8-3632-7DBEC746393B}"/>
          </ac:picMkLst>
        </pc:picChg>
        <pc:cxnChg chg="add del">
          <ac:chgData name="Tyler Jin Ni" userId="f39136b5-1a88-44f4-a6c9-3c47fcb2f30e" providerId="ADAL" clId="{4195AFC3-D4E7-4988-88A0-2BD403A730CB}" dt="2026-06-01T04:02:43.459" v="160" actId="26606"/>
          <ac:cxnSpMkLst>
            <pc:docMk/>
            <pc:sldMk cId="3341419754" sldId="256"/>
            <ac:cxnSpMk id="14" creationId="{F7C8EA93-3210-4C62-99E9-153C275E3A87}"/>
          </ac:cxnSpMkLst>
        </pc:cxnChg>
      </pc:sldChg>
      <pc:sldChg chg="addSp modSp new del mod setBg">
        <pc:chgData name="Tyler Jin Ni" userId="f39136b5-1a88-44f4-a6c9-3c47fcb2f30e" providerId="ADAL" clId="{4195AFC3-D4E7-4988-88A0-2BD403A730CB}" dt="2026-06-01T04:05:32.543" v="177"/>
        <pc:sldMkLst>
          <pc:docMk/>
          <pc:sldMk cId="1287717980" sldId="257"/>
        </pc:sldMkLst>
        <pc:spChg chg="mo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2" creationId="{056B51D5-6D1A-EAAE-F242-29F902CE94DB}"/>
          </ac:spMkLst>
        </pc:spChg>
        <pc:spChg chg="mod">
          <ac:chgData name="Tyler Jin Ni" userId="f39136b5-1a88-44f4-a6c9-3c47fcb2f30e" providerId="ADAL" clId="{4195AFC3-D4E7-4988-88A0-2BD403A730CB}" dt="2026-06-01T04:04:39.149" v="175" actId="6549"/>
          <ac:spMkLst>
            <pc:docMk/>
            <pc:sldMk cId="1287717980" sldId="257"/>
            <ac:spMk id="3" creationId="{122E5815-F833-56AB-89E6-AABF3A0D138C}"/>
          </ac:spMkLst>
        </pc:spChg>
        <pc:spChg chg="ad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8" creationId="{1B15ED52-F352-441B-82BF-E0EA34836D08}"/>
          </ac:spMkLst>
        </pc:spChg>
        <pc:spChg chg="ad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10" creationId="{3B2E3793-BFE6-45A2-9B7B-E18844431C99}"/>
          </ac:spMkLst>
        </pc:spChg>
        <pc:spChg chg="ad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12" creationId="{BC4C4868-CB8F-4AF9-9CDB-8108F2C19B67}"/>
          </ac:spMkLst>
        </pc:spChg>
        <pc:spChg chg="ad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14" creationId="{375E0459-6403-40CD-989D-56A4407CA12E}"/>
          </ac:spMkLst>
        </pc:spChg>
        <pc:spChg chg="add">
          <ac:chgData name="Tyler Jin Ni" userId="f39136b5-1a88-44f4-a6c9-3c47fcb2f30e" providerId="ADAL" clId="{4195AFC3-D4E7-4988-88A0-2BD403A730CB}" dt="2026-06-01T04:03:10.633" v="168" actId="26606"/>
          <ac:spMkLst>
            <pc:docMk/>
            <pc:sldMk cId="1287717980" sldId="257"/>
            <ac:spMk id="16" creationId="{53E5B1A8-3AC9-4BD1-9BBC-78CA94F2D1BA}"/>
          </ac:spMkLst>
        </pc:spChg>
      </pc:sldChg>
      <pc:sldChg chg="addSp delSp modSp new mod setBg delDesignElem">
        <pc:chgData name="Tyler Jin Ni" userId="f39136b5-1a88-44f4-a6c9-3c47fcb2f30e" providerId="ADAL" clId="{4195AFC3-D4E7-4988-88A0-2BD403A730CB}" dt="2026-06-01T04:27:14.751" v="558"/>
        <pc:sldMkLst>
          <pc:docMk/>
          <pc:sldMk cId="3113852759" sldId="258"/>
        </pc:sldMkLst>
        <pc:spChg chg="mod">
          <ac:chgData name="Tyler Jin Ni" userId="f39136b5-1a88-44f4-a6c9-3c47fcb2f30e" providerId="ADAL" clId="{4195AFC3-D4E7-4988-88A0-2BD403A730CB}" dt="2026-06-01T04:03:17.597" v="169" actId="26606"/>
          <ac:spMkLst>
            <pc:docMk/>
            <pc:sldMk cId="3113852759" sldId="258"/>
            <ac:spMk id="2" creationId="{090E23E3-173F-2E53-0103-761573157C20}"/>
          </ac:spMkLst>
        </pc:spChg>
        <pc:spChg chg="mod">
          <ac:chgData name="Tyler Jin Ni" userId="f39136b5-1a88-44f4-a6c9-3c47fcb2f30e" providerId="ADAL" clId="{4195AFC3-D4E7-4988-88A0-2BD403A730CB}" dt="2026-06-01T04:27:14.751" v="558"/>
          <ac:spMkLst>
            <pc:docMk/>
            <pc:sldMk cId="3113852759" sldId="258"/>
            <ac:spMk id="3" creationId="{5B107ABA-573C-5E71-0EC0-802AD06364E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113852759" sldId="258"/>
            <ac:spMk id="8" creationId="{1B15ED52-F352-441B-82BF-E0EA34836D0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113852759" sldId="258"/>
            <ac:spMk id="10" creationId="{3B2E3793-BFE6-45A2-9B7B-E18844431C9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113852759" sldId="258"/>
            <ac:spMk id="12" creationId="{BC4C4868-CB8F-4AF9-9CDB-8108F2C19B67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113852759" sldId="258"/>
            <ac:spMk id="14" creationId="{375E0459-6403-40CD-989D-56A4407CA12E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3113852759" sldId="258"/>
            <ac:spMk id="16" creationId="{53E5B1A8-3AC9-4BD1-9BBC-78CA94F2D1BA}"/>
          </ac:spMkLst>
        </pc:spChg>
      </pc:sldChg>
      <pc:sldChg chg="addSp delSp modSp new mod setBg delDesignElem">
        <pc:chgData name="Tyler Jin Ni" userId="f39136b5-1a88-44f4-a6c9-3c47fcb2f30e" providerId="ADAL" clId="{4195AFC3-D4E7-4988-88A0-2BD403A730CB}" dt="2026-06-01T04:22:14.048" v="464"/>
        <pc:sldMkLst>
          <pc:docMk/>
          <pc:sldMk cId="1406066667" sldId="259"/>
        </pc:sldMkLst>
        <pc:spChg chg="mod">
          <ac:chgData name="Tyler Jin Ni" userId="f39136b5-1a88-44f4-a6c9-3c47fcb2f30e" providerId="ADAL" clId="{4195AFC3-D4E7-4988-88A0-2BD403A730CB}" dt="2026-06-01T04:03:22.549" v="170" actId="26606"/>
          <ac:spMkLst>
            <pc:docMk/>
            <pc:sldMk cId="1406066667" sldId="259"/>
            <ac:spMk id="2" creationId="{9F1FF0ED-8F1D-8E10-66E4-AA56705EAED4}"/>
          </ac:spMkLst>
        </pc:spChg>
        <pc:spChg chg="mod">
          <ac:chgData name="Tyler Jin Ni" userId="f39136b5-1a88-44f4-a6c9-3c47fcb2f30e" providerId="ADAL" clId="{4195AFC3-D4E7-4988-88A0-2BD403A730CB}" dt="2026-06-01T04:03:22.549" v="170" actId="26606"/>
          <ac:spMkLst>
            <pc:docMk/>
            <pc:sldMk cId="1406066667" sldId="259"/>
            <ac:spMk id="3" creationId="{84B00F90-D8D3-A5DE-BD1E-009F8467D523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1406066667" sldId="259"/>
            <ac:spMk id="8" creationId="{1B15ED52-F352-441B-82BF-E0EA34836D0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1406066667" sldId="259"/>
            <ac:spMk id="10" creationId="{3B2E3793-BFE6-45A2-9B7B-E18844431C9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1406066667" sldId="259"/>
            <ac:spMk id="12" creationId="{BC4C4868-CB8F-4AF9-9CDB-8108F2C19B67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1406066667" sldId="259"/>
            <ac:spMk id="14" creationId="{375E0459-6403-40CD-989D-56A4407CA12E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1406066667" sldId="259"/>
            <ac:spMk id="16" creationId="{53E5B1A8-3AC9-4BD1-9BBC-78CA94F2D1BA}"/>
          </ac:spMkLst>
        </pc:spChg>
      </pc:sldChg>
      <pc:sldChg chg="addSp delSp modSp new mod setBg delDesignElem">
        <pc:chgData name="Tyler Jin Ni" userId="f39136b5-1a88-44f4-a6c9-3c47fcb2f30e" providerId="ADAL" clId="{4195AFC3-D4E7-4988-88A0-2BD403A730CB}" dt="2026-06-01T04:22:14.048" v="464"/>
        <pc:sldMkLst>
          <pc:docMk/>
          <pc:sldMk cId="4085505411" sldId="260"/>
        </pc:sldMkLst>
        <pc:spChg chg="mod">
          <ac:chgData name="Tyler Jin Ni" userId="f39136b5-1a88-44f4-a6c9-3c47fcb2f30e" providerId="ADAL" clId="{4195AFC3-D4E7-4988-88A0-2BD403A730CB}" dt="2026-06-01T04:03:25.176" v="171" actId="26606"/>
          <ac:spMkLst>
            <pc:docMk/>
            <pc:sldMk cId="4085505411" sldId="260"/>
            <ac:spMk id="2" creationId="{1A89C308-3FAE-43B0-7CAD-F79DCD434113}"/>
          </ac:spMkLst>
        </pc:spChg>
        <pc:spChg chg="mod">
          <ac:chgData name="Tyler Jin Ni" userId="f39136b5-1a88-44f4-a6c9-3c47fcb2f30e" providerId="ADAL" clId="{4195AFC3-D4E7-4988-88A0-2BD403A730CB}" dt="2026-06-01T04:03:25.176" v="171" actId="26606"/>
          <ac:spMkLst>
            <pc:docMk/>
            <pc:sldMk cId="4085505411" sldId="260"/>
            <ac:spMk id="3" creationId="{76992014-C9BE-8233-DCF5-0EFF3FD4703A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085505411" sldId="260"/>
            <ac:spMk id="8" creationId="{1B15ED52-F352-441B-82BF-E0EA34836D0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085505411" sldId="260"/>
            <ac:spMk id="10" creationId="{3B2E3793-BFE6-45A2-9B7B-E18844431C9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085505411" sldId="260"/>
            <ac:spMk id="12" creationId="{BC4C4868-CB8F-4AF9-9CDB-8108F2C19B67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085505411" sldId="260"/>
            <ac:spMk id="14" creationId="{375E0459-6403-40CD-989D-56A4407CA12E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085505411" sldId="260"/>
            <ac:spMk id="16" creationId="{53E5B1A8-3AC9-4BD1-9BBC-78CA94F2D1BA}"/>
          </ac:spMkLst>
        </pc:spChg>
      </pc:sldChg>
      <pc:sldChg chg="addSp delSp modSp new mod setBg delDesignElem">
        <pc:chgData name="Tyler Jin Ni" userId="f39136b5-1a88-44f4-a6c9-3c47fcb2f30e" providerId="ADAL" clId="{4195AFC3-D4E7-4988-88A0-2BD403A730CB}" dt="2026-06-01T04:22:14.048" v="464"/>
        <pc:sldMkLst>
          <pc:docMk/>
          <pc:sldMk cId="4179687538" sldId="261"/>
        </pc:sldMkLst>
        <pc:spChg chg="mod">
          <ac:chgData name="Tyler Jin Ni" userId="f39136b5-1a88-44f4-a6c9-3c47fcb2f30e" providerId="ADAL" clId="{4195AFC3-D4E7-4988-88A0-2BD403A730CB}" dt="2026-06-01T04:03:28.263" v="172" actId="26606"/>
          <ac:spMkLst>
            <pc:docMk/>
            <pc:sldMk cId="4179687538" sldId="261"/>
            <ac:spMk id="2" creationId="{CE29F8AF-158B-0D36-BD21-1F115A9D154E}"/>
          </ac:spMkLst>
        </pc:spChg>
        <pc:spChg chg="mod">
          <ac:chgData name="Tyler Jin Ni" userId="f39136b5-1a88-44f4-a6c9-3c47fcb2f30e" providerId="ADAL" clId="{4195AFC3-D4E7-4988-88A0-2BD403A730CB}" dt="2026-06-01T04:03:28.263" v="172" actId="26606"/>
          <ac:spMkLst>
            <pc:docMk/>
            <pc:sldMk cId="4179687538" sldId="261"/>
            <ac:spMk id="3" creationId="{5467D3AE-D87B-B939-6586-711FA6DE55D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179687538" sldId="261"/>
            <ac:spMk id="8" creationId="{1B15ED52-F352-441B-82BF-E0EA34836D08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179687538" sldId="261"/>
            <ac:spMk id="10" creationId="{3B2E3793-BFE6-45A2-9B7B-E18844431C99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179687538" sldId="261"/>
            <ac:spMk id="12" creationId="{BC4C4868-CB8F-4AF9-9CDB-8108F2C19B67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179687538" sldId="261"/>
            <ac:spMk id="14" creationId="{375E0459-6403-40CD-989D-56A4407CA12E}"/>
          </ac:spMkLst>
        </pc:spChg>
        <pc:spChg chg="add del">
          <ac:chgData name="Tyler Jin Ni" userId="f39136b5-1a88-44f4-a6c9-3c47fcb2f30e" providerId="ADAL" clId="{4195AFC3-D4E7-4988-88A0-2BD403A730CB}" dt="2026-06-01T04:22:14.048" v="464"/>
          <ac:spMkLst>
            <pc:docMk/>
            <pc:sldMk cId="4179687538" sldId="261"/>
            <ac:spMk id="16" creationId="{53E5B1A8-3AC9-4BD1-9BBC-78CA94F2D1BA}"/>
          </ac:spMkLst>
        </pc:spChg>
      </pc:sldChg>
      <pc:sldChg chg="addSp delSp modSp new mod setBg delDesignElem">
        <pc:chgData name="Tyler Jin Ni" userId="f39136b5-1a88-44f4-a6c9-3c47fcb2f30e" providerId="ADAL" clId="{4195AFC3-D4E7-4988-88A0-2BD403A730CB}" dt="2026-06-01T04:29:14.630" v="579" actId="20577"/>
        <pc:sldMkLst>
          <pc:docMk/>
          <pc:sldMk cId="1406488456" sldId="262"/>
        </pc:sldMkLst>
        <pc:spChg chg="mod">
          <ac:chgData name="Tyler Jin Ni" userId="f39136b5-1a88-44f4-a6c9-3c47fcb2f30e" providerId="ADAL" clId="{4195AFC3-D4E7-4988-88A0-2BD403A730CB}" dt="2026-06-01T04:22:23.542" v="466" actId="14100"/>
          <ac:spMkLst>
            <pc:docMk/>
            <pc:sldMk cId="1406488456" sldId="262"/>
            <ac:spMk id="2" creationId="{E7F3C1D7-4862-F4A5-4D04-2E0A7894301B}"/>
          </ac:spMkLst>
        </pc:spChg>
        <pc:spChg chg="add del mod">
          <ac:chgData name="Tyler Jin Ni" userId="f39136b5-1a88-44f4-a6c9-3c47fcb2f30e" providerId="ADAL" clId="{4195AFC3-D4E7-4988-88A0-2BD403A730CB}" dt="2026-06-01T04:21:45.719" v="453" actId="478"/>
          <ac:spMkLst>
            <pc:docMk/>
            <pc:sldMk cId="1406488456" sldId="262"/>
            <ac:spMk id="5" creationId="{ACFF9279-F94D-4086-8493-176ED14CF4BB}"/>
          </ac:spMkLst>
        </pc:spChg>
        <pc:spChg chg="add del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10" creationId="{1B15ED52-F352-441B-82BF-E0EA34836D08}"/>
          </ac:spMkLst>
        </pc:spChg>
        <pc:spChg chg="add del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12" creationId="{3B2E3793-BFE6-45A2-9B7B-E18844431C99}"/>
          </ac:spMkLst>
        </pc:spChg>
        <pc:spChg chg="add del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14" creationId="{BC4C4868-CB8F-4AF9-9CDB-8108F2C19B67}"/>
          </ac:spMkLst>
        </pc:spChg>
        <pc:spChg chg="add del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16" creationId="{375E0459-6403-40CD-989D-56A4407CA12E}"/>
          </ac:spMkLst>
        </pc:spChg>
        <pc:spChg chg="add del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18" creationId="{53E5B1A8-3AC9-4BD1-9BBC-78CA94F2D1BA}"/>
          </ac:spMkLst>
        </pc:spChg>
        <pc:spChg chg="add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23" creationId="{A8384FB5-9ADC-4DDC-881B-597D56F5B15D}"/>
          </ac:spMkLst>
        </pc:spChg>
        <pc:spChg chg="add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25" creationId="{1199E1B1-A8C0-4FE8-A5A8-1CB41D69F857}"/>
          </ac:spMkLst>
        </pc:spChg>
        <pc:spChg chg="add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27" creationId="{84A8DE83-DE75-4B41-9DB4-A7EC0B0DEC0B}"/>
          </ac:spMkLst>
        </pc:spChg>
        <pc:spChg chg="add">
          <ac:chgData name="Tyler Jin Ni" userId="f39136b5-1a88-44f4-a6c9-3c47fcb2f30e" providerId="ADAL" clId="{4195AFC3-D4E7-4988-88A0-2BD403A730CB}" dt="2026-06-01T04:22:18.180" v="465" actId="26606"/>
          <ac:spMkLst>
            <pc:docMk/>
            <pc:sldMk cId="1406488456" sldId="262"/>
            <ac:spMk id="29" creationId="{A7009A0A-BEF5-4EAC-AF15-E4F9F002E239}"/>
          </ac:spMkLst>
        </pc:spChg>
        <pc:graphicFrameChg chg="add mod ord modGraphic">
          <ac:chgData name="Tyler Jin Ni" userId="f39136b5-1a88-44f4-a6c9-3c47fcb2f30e" providerId="ADAL" clId="{4195AFC3-D4E7-4988-88A0-2BD403A730CB}" dt="2026-06-01T04:29:14.630" v="579" actId="20577"/>
          <ac:graphicFrameMkLst>
            <pc:docMk/>
            <pc:sldMk cId="1406488456" sldId="262"/>
            <ac:graphicFrameMk id="4" creationId="{0B22682E-4911-40E9-AD8C-58DE89B4FDC9}"/>
          </ac:graphicFrameMkLst>
        </pc:graphicFrameChg>
      </pc:sldChg>
      <pc:sldChg chg="modSp add del mod">
        <pc:chgData name="Tyler Jin Ni" userId="f39136b5-1a88-44f4-a6c9-3c47fcb2f30e" providerId="ADAL" clId="{4195AFC3-D4E7-4988-88A0-2BD403A730CB}" dt="2026-06-01T04:05:55.944" v="180"/>
        <pc:sldMkLst>
          <pc:docMk/>
          <pc:sldMk cId="3729053255" sldId="263"/>
        </pc:sldMkLst>
        <pc:spChg chg="mod">
          <ac:chgData name="Tyler Jin Ni" userId="f39136b5-1a88-44f4-a6c9-3c47fcb2f30e" providerId="ADAL" clId="{4195AFC3-D4E7-4988-88A0-2BD403A730CB}" dt="2026-06-01T04:05:32.856" v="178" actId="27636"/>
          <ac:spMkLst>
            <pc:docMk/>
            <pc:sldMk cId="3729053255" sldId="263"/>
            <ac:spMk id="3" creationId="{122E5815-F833-56AB-89E6-AABF3A0D138C}"/>
          </ac:spMkLst>
        </pc:spChg>
      </pc:sldChg>
      <pc:sldChg chg="addSp modSp add mod">
        <pc:chgData name="Tyler Jin Ni" userId="f39136b5-1a88-44f4-a6c9-3c47fcb2f30e" providerId="ADAL" clId="{4195AFC3-D4E7-4988-88A0-2BD403A730CB}" dt="2026-06-01T04:07:49.759" v="208" actId="20577"/>
        <pc:sldMkLst>
          <pc:docMk/>
          <pc:sldMk cId="276314087" sldId="264"/>
        </pc:sldMkLst>
        <pc:spChg chg="mod">
          <ac:chgData name="Tyler Jin Ni" userId="f39136b5-1a88-44f4-a6c9-3c47fcb2f30e" providerId="ADAL" clId="{4195AFC3-D4E7-4988-88A0-2BD403A730CB}" dt="2026-06-01T04:07:49.759" v="208" actId="20577"/>
          <ac:spMkLst>
            <pc:docMk/>
            <pc:sldMk cId="276314087" sldId="264"/>
            <ac:spMk id="3" creationId="{122E5815-F833-56AB-89E6-AABF3A0D138C}"/>
          </ac:spMkLst>
        </pc:spChg>
        <pc:spChg chg="add mod">
          <ac:chgData name="Tyler Jin Ni" userId="f39136b5-1a88-44f4-a6c9-3c47fcb2f30e" providerId="ADAL" clId="{4195AFC3-D4E7-4988-88A0-2BD403A730CB}" dt="2026-06-01T04:07:45.855" v="200" actId="20577"/>
          <ac:spMkLst>
            <pc:docMk/>
            <pc:sldMk cId="276314087" sldId="264"/>
            <ac:spMk id="4" creationId="{B9621553-A96C-1819-8534-9ED679835ACF}"/>
          </ac:spMkLst>
        </pc:spChg>
      </pc:sldChg>
      <pc:sldMasterChg chg="add addSldLayout modSldLayout">
        <pc:chgData name="Tyler Jin Ni" userId="f39136b5-1a88-44f4-a6c9-3c47fcb2f30e" providerId="ADAL" clId="{4195AFC3-D4E7-4988-88A0-2BD403A730CB}" dt="2026-06-01T04:05:32.521" v="176"/>
        <pc:sldMasterMkLst>
          <pc:docMk/>
          <pc:sldMasterMk cId="1136745527" sldId="2147483660"/>
        </pc:sldMasterMkLst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2671125175" sldId="2147483661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1014979307" sldId="2147483662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4088656073" sldId="2147483663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2777315381" sldId="2147483664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2951807111" sldId="2147483665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3554175749" sldId="2147483666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4198232730" sldId="2147483667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4153699113" sldId="2147483668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1033266301" sldId="2147483669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3936133394" sldId="2147483670"/>
          </pc:sldLayoutMkLst>
        </pc:sldLayoutChg>
        <pc:sldLayoutChg chg="add mod">
          <pc:chgData name="Tyler Jin Ni" userId="f39136b5-1a88-44f4-a6c9-3c47fcb2f30e" providerId="ADAL" clId="{4195AFC3-D4E7-4988-88A0-2BD403A730CB}" dt="2026-06-01T04:05:32.521" v="176"/>
          <pc:sldLayoutMkLst>
            <pc:docMk/>
            <pc:sldMasterMk cId="1136745527" sldId="2147483660"/>
            <pc:sldLayoutMk cId="3009747200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6437-07FB-1423-BCDE-B9957A315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42844-2821-6F0F-A0B8-143E5327B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7D7D-DFCB-B568-3A27-5B7476CF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ED99-947C-311E-A956-69754A0E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C9DB-7A8D-8218-1144-A5792089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2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826D-1665-C7B2-2224-233A055B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DF982-3C4C-732E-626D-AF90EC1BE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6E9E0-B7F7-361D-9337-F375C6ED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4584-2F02-DAD9-B0B7-4F256090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C2E6E-983C-7219-0397-3CCB57BF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7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EDD2-E716-FE7A-6E08-246CCCFE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73ED8-6EAC-6A91-26EC-55267419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F8177-7345-4F26-8A70-2D2EF493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98DC5-493D-45E9-14F9-2C8823A9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EC8A-D313-089C-950D-5F709ED4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5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DD16-F044-16C1-1D74-9C2773F8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C0757-B429-E72B-CFC1-0E4AD6F34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24B7-688F-5068-A3AB-188BC2DB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BD280-3F03-B20D-1E92-284E4D68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B993-F0F0-1589-B3FE-99E68060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4F975-9644-EF96-E15B-05C6FCD9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1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4C0C-E16E-6F67-49E5-0EDF7BBE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C148-1EB4-A97E-A4D3-87830F736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95A1A-12B5-4482-A502-BB6E6E9D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48623-8113-A09B-109E-7C0C0BF28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5C3B6-2EA5-3D40-6E7A-966BD66BC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78762-C1ED-972B-248F-CBF1DA5E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643A2-98F6-4420-B5AB-0D0CB685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50F3E-2E2B-B85E-D4EE-C0FC10FF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0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2270-E2E7-1BC3-8F3D-B91AA6E4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3334A-16A8-1504-C932-4B318314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B8A5F-27AE-7F4B-0E2E-3C4BD5A1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0627E-CB43-95BD-1D3D-12F042A5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F4789-0FE8-8E70-7B7C-982FDB1B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86C1C-2E7C-8D1B-7C56-254A20C8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D574B-DE34-E2EE-8BAA-5C8791C9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3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19F1-BA6D-A6E3-DF2D-CBFD12BB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AE18-4508-6A4E-724B-248C4CA1A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EE636-91F5-ED07-23FC-3B782F93B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252CC-C68B-3947-1CBC-5DD6BA10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8B10-D1E6-380B-CB79-64C984FA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65E9B-857D-D45A-FCA3-E100F12C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9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C5F9-90FF-C5C1-4349-98862C40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654E4-76A7-38EF-A7C0-90DC9666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FD323-51DE-4414-9B9B-C77BE39C5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1778F-3E87-E208-E7E2-BF98EFDD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09334-7A87-DA2A-1BC5-BB18A34C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1B58-5C6C-A361-D4C6-B6F7612D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6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7D32F-CE1F-0E6F-BBAF-81DE7F99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D5029-1699-A74A-09A6-0F6D99D08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6ABD4-D371-FC0E-7611-EE75FCF0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03D5-77F7-A505-EB43-78606168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6F71-5BFF-9350-8255-CB20105B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3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EC358-A6BA-1F0C-EAD7-A9FFE2C80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38279-BB00-75AC-4E38-9675F3671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B444-746D-D62B-A6B6-E59A9B63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87EF6-D562-72F0-2382-0F534F3C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8E08-BEC8-54B4-F026-D88B02C1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47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6437-07FB-1423-BCDE-B9957A315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42844-2821-6F0F-A0B8-143E5327B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7D7D-DFCB-B568-3A27-5B7476CF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ED99-947C-311E-A956-69754A0E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C9DB-7A8D-8218-1144-A5792089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25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826D-1665-C7B2-2224-233A055B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DF982-3C4C-732E-626D-AF90EC1BE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6E9E0-B7F7-361D-9337-F375C6ED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4584-2F02-DAD9-B0B7-4F256090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C2E6E-983C-7219-0397-3CCB57BF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7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EDD2-E716-FE7A-6E08-246CCCFE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73ED8-6EAC-6A91-26EC-55267419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F8177-7345-4F26-8A70-2D2EF493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98DC5-493D-45E9-14F9-2C8823A9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EC8A-D313-089C-950D-5F709ED4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5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DD16-F044-16C1-1D74-9C2773F8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C0757-B429-E72B-CFC1-0E4AD6F34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24B7-688F-5068-A3AB-188BC2DB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BD280-3F03-B20D-1E92-284E4D68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B993-F0F0-1589-B3FE-99E68060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4F975-9644-EF96-E15B-05C6FCD9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15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4C0C-E16E-6F67-49E5-0EDF7BBE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C148-1EB4-A97E-A4D3-87830F736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95A1A-12B5-4482-A502-BB6E6E9D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48623-8113-A09B-109E-7C0C0BF28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5C3B6-2EA5-3D40-6E7A-966BD66BC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78762-C1ED-972B-248F-CBF1DA5E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643A2-98F6-4420-B5AB-0D0CB685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50F3E-2E2B-B85E-D4EE-C0FC10FF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07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2270-E2E7-1BC3-8F3D-B91AA6E4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3334A-16A8-1504-C932-4B318314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B8A5F-27AE-7F4B-0E2E-3C4BD5A1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0627E-CB43-95BD-1D3D-12F042A5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5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F4789-0FE8-8E70-7B7C-982FDB1B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86C1C-2E7C-8D1B-7C56-254A20C8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D574B-DE34-E2EE-8BAA-5C8791C9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32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19F1-BA6D-A6E3-DF2D-CBFD12BB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AE18-4508-6A4E-724B-248C4CA1A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EE636-91F5-ED07-23FC-3B782F93B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252CC-C68B-3947-1CBC-5DD6BA10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8B10-D1E6-380B-CB79-64C984FA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65E9B-857D-D45A-FCA3-E100F12C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99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C5F9-90FF-C5C1-4349-98862C40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654E4-76A7-38EF-A7C0-90DC9666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FD323-51DE-4414-9B9B-C77BE39C5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1778F-3E87-E208-E7E2-BF98EFDD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09334-7A87-DA2A-1BC5-BB18A34C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1B58-5C6C-A361-D4C6-B6F7612D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66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7D32F-CE1F-0E6F-BBAF-81DE7F99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D5029-1699-A74A-09A6-0F6D99D08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6ABD4-D371-FC0E-7611-EE75FCF0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03D5-77F7-A505-EB43-78606168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6F71-5BFF-9350-8255-CB20105B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3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EC358-A6BA-1F0C-EAD7-A9FFE2C80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38279-BB00-75AC-4E38-9675F3671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B444-746D-D62B-A6B6-E59A9B63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87EF6-D562-72F0-2382-0F534F3C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8E08-BEC8-54B4-F026-D88B02C1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4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3ECEA-9652-B79A-2498-01CDCA0F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4364-5A7F-1BBB-0227-84C3E984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30C2-D6C3-DB64-DAA5-51EC535F5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C3620-AB37-A14D-F718-86E0EAA59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7DE1-C4F7-BD58-EAE7-3F274D6E8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4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3ECEA-9652-B79A-2498-01CDCA0F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4364-5A7F-1BBB-0227-84C3E984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30C2-D6C3-DB64-DAA5-51EC535F5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790F8-2213-46E8-AE77-8A8AE77880C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C3620-AB37-A14D-F718-86E0EAA59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7DE1-C4F7-BD58-EAE7-3F274D6E8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2DBA0-878F-4DB8-8F0D-040844A5E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4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DEB0E-2641-69EF-10B4-2E9E50132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Group 7 –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Unit 9 Assignment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8BEE5-5AF2-6D6B-357E-99B54D495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CNN Model 
Jin Hai Ni  •  Sean O'Connor White  •  Steven Outlaw  •  Shubham Raj</a:t>
            </a:r>
          </a:p>
        </p:txBody>
      </p:sp>
    </p:spTree>
    <p:extLst>
      <p:ext uri="{BB962C8B-B14F-4D97-AF65-F5344CB8AC3E}">
        <p14:creationId xmlns:p14="http://schemas.microsoft.com/office/powerpoint/2010/main" val="334141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B51D5-6D1A-EAAE-F242-29F902CE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Baseline CNN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E5815-F833-56AB-89E6-AABF3A0D1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213422"/>
            <a:ext cx="5219701" cy="36833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latin typeface="Consolas"/>
              </a:rPr>
              <a:t>models.Sequential</a:t>
            </a:r>
            <a:r>
              <a:rPr lang="en-US" sz="1400" dirty="0">
                <a:latin typeface="Consolas"/>
              </a:rPr>
              <a:t>([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Input(shape=(28, 28, 1)),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layers.Conv2D(32, (3, 3), activation='relu'),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layers.MaxPooling2D((2, 2)),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layers.Conv2D(64, (3, 3), activation='relu'),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layers.MaxPooling2D((2, 2)),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layers.Conv2D(64, (3, 3), activation='relu'),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layers.Flatten(),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layers.Dense(64, activation='relu'),</a:t>
            </a:r>
          </a:p>
          <a:p>
            <a:pPr marL="228600" indent="0">
              <a:buNone/>
            </a:pPr>
            <a:r>
              <a:rPr lang="en-US" sz="1400" dirty="0">
                <a:latin typeface="Consolas"/>
              </a:rPr>
              <a:t>layers.Dense(10, activation='softmax')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])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621553-A96C-1819-8534-9ED679835ACF}"/>
              </a:ext>
            </a:extLst>
          </p:cNvPr>
          <p:cNvSpPr txBox="1">
            <a:spLocks/>
          </p:cNvSpPr>
          <p:nvPr/>
        </p:nvSpPr>
        <p:spPr>
          <a:xfrm>
            <a:off x="6095998" y="2213422"/>
            <a:ext cx="5219701" cy="3683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 err="1">
                <a:latin typeface="Consolas"/>
              </a:rPr>
              <a:t>model.fit</a:t>
            </a:r>
            <a:r>
              <a:rPr lang="en-US" sz="1400" dirty="0">
                <a:latin typeface="Consolas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nsolas"/>
              </a:rPr>
              <a:t>    </a:t>
            </a:r>
            <a:r>
              <a:rPr lang="en-US" sz="1400" dirty="0" err="1">
                <a:latin typeface="Consolas"/>
              </a:rPr>
              <a:t>x_train</a:t>
            </a:r>
            <a:r>
              <a:rPr lang="en-US" sz="1400" dirty="0">
                <a:latin typeface="Consolas"/>
              </a:rPr>
              <a:t>, </a:t>
            </a:r>
            <a:r>
              <a:rPr lang="en-US" sz="1400" dirty="0" err="1">
                <a:latin typeface="Consolas"/>
              </a:rPr>
              <a:t>y_train</a:t>
            </a:r>
            <a:r>
              <a:rPr lang="en-US" sz="1400" dirty="0">
                <a:latin typeface="Consolas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nsolas"/>
              </a:rPr>
              <a:t>    epochs=5,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nsolas"/>
              </a:rPr>
              <a:t>    </a:t>
            </a:r>
            <a:r>
              <a:rPr lang="en-US" sz="1400" dirty="0" err="1">
                <a:latin typeface="Consolas"/>
              </a:rPr>
              <a:t>batch_size</a:t>
            </a:r>
            <a:r>
              <a:rPr lang="en-US" sz="1400" dirty="0">
                <a:latin typeface="Consolas"/>
              </a:rPr>
              <a:t>=64,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nsolas"/>
              </a:rPr>
              <a:t>    </a:t>
            </a:r>
            <a:r>
              <a:rPr lang="en-US" sz="1400" dirty="0" err="1">
                <a:latin typeface="Consolas"/>
              </a:rPr>
              <a:t>validation_split</a:t>
            </a:r>
            <a:r>
              <a:rPr lang="en-US" sz="1400" dirty="0">
                <a:latin typeface="Consolas"/>
              </a:rPr>
              <a:t>=0.1,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nsolas"/>
              </a:rPr>
              <a:t>    verbose=2</a:t>
            </a:r>
          </a:p>
        </p:txBody>
      </p:sp>
    </p:spTree>
    <p:extLst>
      <p:ext uri="{BB962C8B-B14F-4D97-AF65-F5344CB8AC3E}">
        <p14:creationId xmlns:p14="http://schemas.microsoft.com/office/powerpoint/2010/main" val="27631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E23E3-173F-2E53-0103-76157315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1 — Jin Hai 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7ABA-573C-5E71-0EC0-802AD0636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737360"/>
            <a:ext cx="10696050" cy="4826101"/>
          </a:xfrm>
        </p:spPr>
        <p:txBody>
          <a:bodyPr anchor="t">
            <a:normAutofit/>
          </a:bodyPr>
          <a:lstStyle/>
          <a:p>
            <a:r>
              <a:rPr lang="en-US" sz="1700" dirty="0"/>
              <a:t>Change </a:t>
            </a:r>
            <a:r>
              <a:rPr lang="en-US" sz="1700" b="1" dirty="0"/>
              <a:t>epoch</a:t>
            </a:r>
            <a:r>
              <a:rPr lang="en-US" sz="1700" dirty="0"/>
              <a:t> from 5 to 10 
Hypothesis</a:t>
            </a:r>
          </a:p>
          <a:p>
            <a:pPr lvl="1"/>
            <a:r>
              <a:rPr lang="en-US" sz="1300" dirty="0"/>
              <a:t>Increasing epochs from 5 to 10 should improve accuracy because the model gets more chances to refine its weights. However, test accuracy will likely plateau and may even drop slightly due to overfitting — the model starts memorizing training images instead of learning general digit shapes. Training time will roughly double.</a:t>
            </a:r>
          </a:p>
          <a:p>
            <a:r>
              <a:rPr lang="en-US" sz="1700" dirty="0"/>
              <a:t>Test Results</a:t>
            </a:r>
          </a:p>
          <a:p>
            <a:pPr lvl="1"/>
            <a:r>
              <a:rPr lang="en-US" sz="1400" b="1" dirty="0"/>
              <a:t>Epoch = 5</a:t>
            </a:r>
          </a:p>
          <a:p>
            <a:pPr lvl="1"/>
            <a:r>
              <a:rPr lang="en-US" sz="1300" dirty="0"/>
              <a:t>Training accuracy =  99.30% </a:t>
            </a:r>
          </a:p>
          <a:p>
            <a:pPr lvl="1"/>
            <a:r>
              <a:rPr lang="en-US" sz="1300" dirty="0"/>
              <a:t>Training Loss = 0.0221</a:t>
            </a:r>
          </a:p>
          <a:p>
            <a:pPr lvl="1"/>
            <a:r>
              <a:rPr lang="en-US" sz="1300" dirty="0"/>
              <a:t>Test accuracy = 98.72 %   </a:t>
            </a:r>
          </a:p>
          <a:p>
            <a:pPr lvl="1"/>
            <a:r>
              <a:rPr lang="en-US" sz="1300" dirty="0"/>
              <a:t>Test Loss = 0.0402</a:t>
            </a:r>
          </a:p>
          <a:p>
            <a:pPr lvl="1"/>
            <a:r>
              <a:rPr lang="en-US" sz="1300" dirty="0"/>
              <a:t>Runtime = 165 sec
</a:t>
            </a:r>
            <a:r>
              <a:rPr lang="en-US" sz="1400" b="1" dirty="0"/>
              <a:t>Epoch = 10</a:t>
            </a:r>
          </a:p>
          <a:p>
            <a:pPr lvl="1"/>
            <a:r>
              <a:rPr lang="en-US" sz="1400" dirty="0"/>
              <a:t>Training accuracy = 99.62% </a:t>
            </a:r>
          </a:p>
          <a:p>
            <a:pPr lvl="1"/>
            <a:r>
              <a:rPr lang="en-US" sz="1400" dirty="0"/>
              <a:t>Training Loss = 0.0117</a:t>
            </a:r>
          </a:p>
          <a:p>
            <a:pPr lvl="1"/>
            <a:r>
              <a:rPr lang="en-US" sz="1400" dirty="0"/>
              <a:t>Test accuracy = 99.09%   </a:t>
            </a:r>
          </a:p>
          <a:p>
            <a:pPr lvl="1"/>
            <a:r>
              <a:rPr lang="en-US" sz="1400" dirty="0"/>
              <a:t>Test Loss = 0.0333</a:t>
            </a:r>
          </a:p>
          <a:p>
            <a:pPr lvl="1"/>
            <a:r>
              <a:rPr lang="en-US" sz="1400" dirty="0"/>
              <a:t>Runtime = 229 sec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1385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FF0ED-8F1D-8E10-66E4-AA56705E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2 — Sean O'Connor White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F90-D8D3-A5DE-BD1E-009F8467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Parameters Changed
[List the specific change(s): e.g., learning rate 0.001 → 0.0005, added dropout 0.3, +1 conv layer]
Hypothesis
[Expected effect on accuracy, overfitting, training time, convergence]
Test Results
[Training accuracy: __%   |   Test accuracy: __%   |   Runtime: __ min]
Comparison
[vs. Hypothesis: confirmed / partially / refuted — why]
[vs. Baseline: ▲/▼ accuracy by __ pp, ▲/▼ runtime by __ min]</a:t>
            </a:r>
          </a:p>
        </p:txBody>
      </p:sp>
    </p:spTree>
    <p:extLst>
      <p:ext uri="{BB962C8B-B14F-4D97-AF65-F5344CB8AC3E}">
        <p14:creationId xmlns:p14="http://schemas.microsoft.com/office/powerpoint/2010/main" val="140606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9C308-3FAE-43B0-7CAD-F79DCD43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3 — Steven Outlaw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2014-C9BE-8233-DCF5-0EFF3FD4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Parameters Changed
[List the specific change(s): e.g., learning rate 0.001 → 0.0005, added dropout 0.3, +1 conv layer]
Hypothesis
[Expected effect on accuracy, overfitting, training time, convergence]
Test Results
[Training accuracy: __%   |   Test accuracy: __%   |   Runtime: __ min]
Comparison
[vs. Hypothesis: confirmed / partially / refuted — why]
[vs. Baseline: ▲/▼ accuracy by __ pp, ▲/▼ runtime by __ min]</a:t>
            </a:r>
          </a:p>
        </p:txBody>
      </p:sp>
    </p:spTree>
    <p:extLst>
      <p:ext uri="{BB962C8B-B14F-4D97-AF65-F5344CB8AC3E}">
        <p14:creationId xmlns:p14="http://schemas.microsoft.com/office/powerpoint/2010/main" val="408550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9F8AF-158B-0D36-BD21-1F115A9D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4 — Shubham Raj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D3AE-D87B-B939-6586-711FA6DE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2100" b="1" dirty="0"/>
              <a:t>Parameters Changed</a:t>
            </a:r>
            <a:r>
              <a:rPr lang="en-US" sz="1700" b="1" dirty="0"/>
              <a:t>:</a:t>
            </a:r>
          </a:p>
          <a:p>
            <a:pPr lvl="1"/>
            <a:r>
              <a:rPr lang="en-US" sz="1300" dirty="0"/>
              <a:t>Epochs: 5 to 10</a:t>
            </a:r>
          </a:p>
          <a:p>
            <a:pPr lvl="1"/>
            <a:r>
              <a:rPr lang="en-US" sz="1300" dirty="0"/>
              <a:t>Validation Split: 0.1 to 0.2</a:t>
            </a:r>
          </a:p>
          <a:p>
            <a:pPr lvl="1"/>
            <a:r>
              <a:rPr lang="en-IN" sz="1300" dirty="0"/>
              <a:t>layers.Conv2D(64, (3, 3), activation='</a:t>
            </a:r>
            <a:r>
              <a:rPr lang="en-IN" sz="1300" dirty="0" err="1"/>
              <a:t>relu</a:t>
            </a:r>
            <a:r>
              <a:rPr lang="en-IN" sz="1300" dirty="0"/>
              <a:t>’) to layers.Conv2D(64, (2, 2), activation='</a:t>
            </a:r>
            <a:r>
              <a:rPr lang="en-IN" sz="1300" dirty="0" err="1"/>
              <a:t>relu</a:t>
            </a:r>
            <a:r>
              <a:rPr lang="en-IN" sz="1300" dirty="0"/>
              <a:t>’)</a:t>
            </a:r>
          </a:p>
          <a:p>
            <a:pPr lvl="1"/>
            <a:r>
              <a:rPr lang="en-IN" sz="1300" dirty="0"/>
              <a:t>layers.MaxPooling2D((2, 2)) to layers.MaxPooling2D((1, 1)),</a:t>
            </a:r>
            <a:endParaRPr lang="en-US" sz="2100" dirty="0"/>
          </a:p>
          <a:p>
            <a:r>
              <a:rPr lang="en-US" sz="2100" b="1" dirty="0"/>
              <a:t>Hypothesis</a:t>
            </a:r>
            <a:r>
              <a:rPr lang="en-US" sz="2100" dirty="0"/>
              <a:t>: </a:t>
            </a:r>
            <a:r>
              <a:rPr lang="en-US" sz="1500" dirty="0"/>
              <a:t>Although the epochs were increased; validation split was increased, </a:t>
            </a:r>
            <a:r>
              <a:rPr lang="en-US" sz="1500" dirty="0" err="1"/>
              <a:t>maxPooling</a:t>
            </a:r>
            <a:r>
              <a:rPr lang="en-US" sz="1500" dirty="0"/>
              <a:t> and Conv2D were reduced. I think the accuracy should be similar to what we would be having in 5 epochs, maybe </a:t>
            </a:r>
            <a:r>
              <a:rPr lang="en-US" sz="1500"/>
              <a:t>slightly higher.</a:t>
            </a:r>
            <a:endParaRPr lang="en-US" sz="2100" dirty="0"/>
          </a:p>
          <a:p>
            <a:r>
              <a:rPr lang="en-US" sz="2100" b="1" dirty="0"/>
              <a:t>Epoch</a:t>
            </a:r>
            <a:r>
              <a:rPr lang="en-US" sz="1800" b="1" dirty="0"/>
              <a:t> = 5</a:t>
            </a:r>
          </a:p>
          <a:p>
            <a:pPr lvl="1"/>
            <a:r>
              <a:rPr lang="en-US" sz="1400" dirty="0"/>
              <a:t>Training accuracy = 0.9876</a:t>
            </a:r>
          </a:p>
          <a:p>
            <a:pPr lvl="1"/>
            <a:r>
              <a:rPr lang="en-US" sz="1400" dirty="0"/>
              <a:t>Training Loss = 0.0423</a:t>
            </a:r>
          </a:p>
          <a:p>
            <a:pPr lvl="1"/>
            <a:r>
              <a:rPr lang="en-US" sz="1400" dirty="0"/>
              <a:t>Test accuracy = 0.9891</a:t>
            </a:r>
          </a:p>
          <a:p>
            <a:pPr lvl="1"/>
            <a:r>
              <a:rPr lang="en-US" sz="1400" dirty="0"/>
              <a:t>Test Loss = 0.0335</a:t>
            </a:r>
          </a:p>
          <a:p>
            <a:pPr lvl="1"/>
            <a:r>
              <a:rPr lang="en-US" sz="1400" dirty="0"/>
              <a:t>Training Run Time: 38 seconds, Evaluation: 1 second</a:t>
            </a:r>
          </a:p>
          <a:p>
            <a:r>
              <a:rPr lang="en-US" sz="2100" b="1" dirty="0"/>
              <a:t>Epoch</a:t>
            </a:r>
            <a:r>
              <a:rPr lang="en-US" sz="1800" b="1" dirty="0"/>
              <a:t> = 10</a:t>
            </a:r>
          </a:p>
          <a:p>
            <a:pPr lvl="1"/>
            <a:r>
              <a:rPr lang="en-US" sz="1400" dirty="0"/>
              <a:t>Training accuracy = 0.9893</a:t>
            </a:r>
          </a:p>
          <a:p>
            <a:pPr lvl="1"/>
            <a:r>
              <a:rPr lang="en-US" sz="1400" dirty="0"/>
              <a:t>Training Loss = 0.0486</a:t>
            </a:r>
          </a:p>
          <a:p>
            <a:pPr lvl="1"/>
            <a:r>
              <a:rPr lang="en-US" sz="1400" dirty="0"/>
              <a:t>Test accuracy = 0.9902   </a:t>
            </a:r>
          </a:p>
          <a:p>
            <a:pPr lvl="1"/>
            <a:r>
              <a:rPr lang="en-US" sz="1400" dirty="0"/>
              <a:t>Test Loss = 0.0435</a:t>
            </a:r>
          </a:p>
          <a:p>
            <a:pPr lvl="1"/>
            <a:r>
              <a:rPr lang="en-US" sz="1400" dirty="0"/>
              <a:t>Training Run Time: 70 seconds, Evaluation: 1 second</a:t>
            </a:r>
          </a:p>
        </p:txBody>
      </p:sp>
    </p:spTree>
    <p:extLst>
      <p:ext uri="{BB962C8B-B14F-4D97-AF65-F5344CB8AC3E}">
        <p14:creationId xmlns:p14="http://schemas.microsoft.com/office/powerpoint/2010/main" val="417968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3C1D7-4862-F4A5-4D04-2E0A7894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985920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— Results Across All Versions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22682E-4911-40E9-AD8C-58DE89B4F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620167"/>
              </p:ext>
            </p:extLst>
          </p:nvPr>
        </p:nvGraphicFramePr>
        <p:xfrm>
          <a:off x="328505" y="1923844"/>
          <a:ext cx="11581554" cy="465080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00395">
                  <a:extLst>
                    <a:ext uri="{9D8B030D-6E8A-4147-A177-3AD203B41FA5}">
                      <a16:colId xmlns:a16="http://schemas.microsoft.com/office/drawing/2014/main" val="1743788696"/>
                    </a:ext>
                  </a:extLst>
                </a:gridCol>
                <a:gridCol w="3201732">
                  <a:extLst>
                    <a:ext uri="{9D8B030D-6E8A-4147-A177-3AD203B41FA5}">
                      <a16:colId xmlns:a16="http://schemas.microsoft.com/office/drawing/2014/main" val="1209332203"/>
                    </a:ext>
                  </a:extLst>
                </a:gridCol>
                <a:gridCol w="1931857">
                  <a:extLst>
                    <a:ext uri="{9D8B030D-6E8A-4147-A177-3AD203B41FA5}">
                      <a16:colId xmlns:a16="http://schemas.microsoft.com/office/drawing/2014/main" val="395178554"/>
                    </a:ext>
                  </a:extLst>
                </a:gridCol>
                <a:gridCol w="1789926">
                  <a:extLst>
                    <a:ext uri="{9D8B030D-6E8A-4147-A177-3AD203B41FA5}">
                      <a16:colId xmlns:a16="http://schemas.microsoft.com/office/drawing/2014/main" val="3173557866"/>
                    </a:ext>
                  </a:extLst>
                </a:gridCol>
                <a:gridCol w="2357644">
                  <a:extLst>
                    <a:ext uri="{9D8B030D-6E8A-4147-A177-3AD203B41FA5}">
                      <a16:colId xmlns:a16="http://schemas.microsoft.com/office/drawing/2014/main" val="2442162201"/>
                    </a:ext>
                  </a:extLst>
                </a:gridCol>
              </a:tblGrid>
              <a:tr h="107432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Key Parameter Change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>
                          <a:solidFill>
                            <a:srgbClr val="FFFFFF"/>
                          </a:solidFill>
                        </a:rPr>
                        <a:t>Test Acc.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>
                          <a:solidFill>
                            <a:srgbClr val="FFFFFF"/>
                          </a:solidFill>
                        </a:rPr>
                        <a:t>Runtime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vs. Baseline</a:t>
                      </a:r>
                    </a:p>
                  </a:txBody>
                  <a:tcPr marL="132194" marR="132194" marT="66097" marB="66097" anchor="ctr"/>
                </a:tc>
                <a:extLst>
                  <a:ext uri="{0D108BD9-81ED-4DB2-BD59-A6C34878D82A}">
                    <a16:rowId xmlns:a16="http://schemas.microsoft.com/office/drawing/2014/main" val="3964436329"/>
                  </a:ext>
                </a:extLst>
              </a:tr>
              <a:tr h="1074322">
                <a:tc>
                  <a:txBody>
                    <a:bodyPr/>
                    <a:lstStyle/>
                    <a:p>
                      <a:pPr algn="l"/>
                      <a:r>
                        <a:rPr lang="en-US" sz="2100" dirty="0"/>
                        <a:t>Jin Hai Ni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/>
                        <a:t>Epoch from 5 to 10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+ 0.32%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+64 Sec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Increased Test Acc. &amp; time </a:t>
                      </a:r>
                    </a:p>
                  </a:txBody>
                  <a:tcPr marL="132194" marR="132194" marT="66097" marB="66097" anchor="ctr"/>
                </a:tc>
                <a:extLst>
                  <a:ext uri="{0D108BD9-81ED-4DB2-BD59-A6C34878D82A}">
                    <a16:rowId xmlns:a16="http://schemas.microsoft.com/office/drawing/2014/main" val="3551180327"/>
                  </a:ext>
                </a:extLst>
              </a:tr>
              <a:tr h="1074322">
                <a:tc>
                  <a:txBody>
                    <a:bodyPr/>
                    <a:lstStyle/>
                    <a:p>
                      <a:pPr algn="l"/>
                      <a:r>
                        <a:rPr lang="en-US" sz="2100"/>
                        <a:t>Sean O'Connor White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/>
                        <a:t>[change]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[__%]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[__ min]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32194" marR="132194" marT="66097" marB="66097" anchor="ctr"/>
                </a:tc>
                <a:extLst>
                  <a:ext uri="{0D108BD9-81ED-4DB2-BD59-A6C34878D82A}">
                    <a16:rowId xmlns:a16="http://schemas.microsoft.com/office/drawing/2014/main" val="455979174"/>
                  </a:ext>
                </a:extLst>
              </a:tr>
              <a:tr h="655569">
                <a:tc>
                  <a:txBody>
                    <a:bodyPr/>
                    <a:lstStyle/>
                    <a:p>
                      <a:pPr algn="l"/>
                      <a:r>
                        <a:rPr lang="en-US" sz="2100"/>
                        <a:t>Steven Outlaw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/>
                        <a:t>[change]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[__%]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[__ min]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32194" marR="132194" marT="66097" marB="66097" anchor="ctr"/>
                </a:tc>
                <a:extLst>
                  <a:ext uri="{0D108BD9-81ED-4DB2-BD59-A6C34878D82A}">
                    <a16:rowId xmlns:a16="http://schemas.microsoft.com/office/drawing/2014/main" val="2892282653"/>
                  </a:ext>
                </a:extLst>
              </a:tr>
              <a:tr h="655569">
                <a:tc>
                  <a:txBody>
                    <a:bodyPr/>
                    <a:lstStyle/>
                    <a:p>
                      <a:pPr algn="l"/>
                      <a:r>
                        <a:rPr lang="en-US" sz="2100" dirty="0"/>
                        <a:t>Shubham Raj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/>
                        <a:t>Epoch: 5 to 10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0.0011 (0.11%)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+30 sec</a:t>
                      </a:r>
                    </a:p>
                  </a:txBody>
                  <a:tcPr marL="132194" marR="132194" marT="66097" marB="6609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Increased Test Acc. &amp; time </a:t>
                      </a:r>
                    </a:p>
                  </a:txBody>
                  <a:tcPr marL="132194" marR="132194" marT="66097" marB="66097" anchor="ctr"/>
                </a:tc>
                <a:extLst>
                  <a:ext uri="{0D108BD9-81ED-4DB2-BD59-A6C34878D82A}">
                    <a16:rowId xmlns:a16="http://schemas.microsoft.com/office/drawing/2014/main" val="377453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48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0A09D5-ED3F-4D3C-B3F2-6AB80D168096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43fc15a1-98cb-4f77-82e9-72b228e761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747</Words>
  <Application>Microsoft Macintosh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Office Theme</vt:lpstr>
      <vt:lpstr>Group 7 –  Unit 9 Assignment</vt:lpstr>
      <vt:lpstr>Baseline CNN Model</vt:lpstr>
      <vt:lpstr>Variation 1 — Jin Hai Ni</vt:lpstr>
      <vt:lpstr>Variation 2 — Sean O'Connor White</vt:lpstr>
      <vt:lpstr>Variation 3 — Steven Outlaw</vt:lpstr>
      <vt:lpstr>Variation 4 — Shubham Raj</vt:lpstr>
      <vt:lpstr>Summary — Results Across All Versions</vt:lpstr>
    </vt:vector>
  </TitlesOfParts>
  <Company>Eli Lilly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Jin Ni</dc:creator>
  <cp:lastModifiedBy>Shubham Raj</cp:lastModifiedBy>
  <cp:revision>5</cp:revision>
  <dcterms:created xsi:type="dcterms:W3CDTF">2026-06-01T03:53:21Z</dcterms:created>
  <dcterms:modified xsi:type="dcterms:W3CDTF">2026-06-02T02:54:45Z</dcterms:modified>
</cp:coreProperties>
</file>